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1E4F13-7B53-478B-B77A-5416A350CFEF}" v="1" dt="2026-07-15T05:37:02.8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ganapalli sireesha" userId="54a7cd00a66f465c" providerId="LiveId" clId="{24D306CF-4A98-4A03-A3D8-4D892E0E908A}"/>
    <pc:docChg chg="undo custSel modSld">
      <pc:chgData name="venganapalli sireesha" userId="54a7cd00a66f465c" providerId="LiveId" clId="{24D306CF-4A98-4A03-A3D8-4D892E0E908A}" dt="2026-07-17T07:57:08.207" v="32" actId="1076"/>
      <pc:docMkLst>
        <pc:docMk/>
      </pc:docMkLst>
      <pc:sldChg chg="addSp mod">
        <pc:chgData name="venganapalli sireesha" userId="54a7cd00a66f465c" providerId="LiveId" clId="{24D306CF-4A98-4A03-A3D8-4D892E0E908A}" dt="2026-07-15T05:52:44.829" v="19" actId="22"/>
        <pc:sldMkLst>
          <pc:docMk/>
          <pc:sldMk cId="1604840338" sldId="256"/>
        </pc:sldMkLst>
        <pc:picChg chg="add">
          <ac:chgData name="venganapalli sireesha" userId="54a7cd00a66f465c" providerId="LiveId" clId="{24D306CF-4A98-4A03-A3D8-4D892E0E908A}" dt="2026-07-15T05:52:13.038" v="12" actId="22"/>
          <ac:picMkLst>
            <pc:docMk/>
            <pc:sldMk cId="1604840338" sldId="256"/>
            <ac:picMk id="3" creationId="{BA7A56FB-9527-2A30-B4C5-A578066566FD}"/>
          </ac:picMkLst>
        </pc:picChg>
        <pc:picChg chg="add">
          <ac:chgData name="venganapalli sireesha" userId="54a7cd00a66f465c" providerId="LiveId" clId="{24D306CF-4A98-4A03-A3D8-4D892E0E908A}" dt="2026-07-15T05:52:44.829" v="19" actId="22"/>
          <ac:picMkLst>
            <pc:docMk/>
            <pc:sldMk cId="1604840338" sldId="256"/>
            <ac:picMk id="5" creationId="{285C19F3-223C-851B-2363-2B35F7AE52D2}"/>
          </ac:picMkLst>
        </pc:picChg>
      </pc:sldChg>
      <pc:sldChg chg="addSp delSp modSp mod">
        <pc:chgData name="venganapalli sireesha" userId="54a7cd00a66f465c" providerId="LiveId" clId="{24D306CF-4A98-4A03-A3D8-4D892E0E908A}" dt="2026-07-17T07:56:19.961" v="31" actId="478"/>
        <pc:sldMkLst>
          <pc:docMk/>
          <pc:sldMk cId="3427410500" sldId="257"/>
        </pc:sldMkLst>
        <pc:spChg chg="mod">
          <ac:chgData name="venganapalli sireesha" userId="54a7cd00a66f465c" providerId="LiveId" clId="{24D306CF-4A98-4A03-A3D8-4D892E0E908A}" dt="2026-07-17T07:56:18.901" v="30" actId="1076"/>
          <ac:spMkLst>
            <pc:docMk/>
            <pc:sldMk cId="3427410500" sldId="257"/>
            <ac:spMk id="5" creationId="{DDB0C5B3-77F8-DCB7-3407-47B5AB225227}"/>
          </ac:spMkLst>
        </pc:spChg>
        <pc:picChg chg="add">
          <ac:chgData name="venganapalli sireesha" userId="54a7cd00a66f465c" providerId="LiveId" clId="{24D306CF-4A98-4A03-A3D8-4D892E0E908A}" dt="2026-07-15T05:52:18.045" v="13" actId="22"/>
          <ac:picMkLst>
            <pc:docMk/>
            <pc:sldMk cId="3427410500" sldId="257"/>
            <ac:picMk id="4" creationId="{91BBE33A-A1DA-0C01-AFAC-2FD34C27C494}"/>
          </ac:picMkLst>
        </pc:picChg>
        <pc:picChg chg="add">
          <ac:chgData name="venganapalli sireesha" userId="54a7cd00a66f465c" providerId="LiveId" clId="{24D306CF-4A98-4A03-A3D8-4D892E0E908A}" dt="2026-07-15T05:52:48.205" v="20" actId="22"/>
          <ac:picMkLst>
            <pc:docMk/>
            <pc:sldMk cId="3427410500" sldId="257"/>
            <ac:picMk id="7" creationId="{122A7A1C-FD70-5A82-92DB-F4D96C420A33}"/>
          </ac:picMkLst>
        </pc:picChg>
        <pc:picChg chg="add del">
          <ac:chgData name="venganapalli sireesha" userId="54a7cd00a66f465c" providerId="LiveId" clId="{24D306CF-4A98-4A03-A3D8-4D892E0E908A}" dt="2026-07-17T07:56:19.961" v="31" actId="478"/>
          <ac:picMkLst>
            <pc:docMk/>
            <pc:sldMk cId="3427410500" sldId="257"/>
            <ac:picMk id="9" creationId="{EF3A9965-3007-72A3-9D37-01AFD5A7771A}"/>
          </ac:picMkLst>
        </pc:picChg>
      </pc:sldChg>
      <pc:sldChg chg="addSp mod">
        <pc:chgData name="venganapalli sireesha" userId="54a7cd00a66f465c" providerId="LiveId" clId="{24D306CF-4A98-4A03-A3D8-4D892E0E908A}" dt="2026-07-15T05:52:52.346" v="21" actId="22"/>
        <pc:sldMkLst>
          <pc:docMk/>
          <pc:sldMk cId="1024350688" sldId="258"/>
        </pc:sldMkLst>
        <pc:picChg chg="add">
          <ac:chgData name="venganapalli sireesha" userId="54a7cd00a66f465c" providerId="LiveId" clId="{24D306CF-4A98-4A03-A3D8-4D892E0E908A}" dt="2026-07-15T05:52:20.139" v="14" actId="22"/>
          <ac:picMkLst>
            <pc:docMk/>
            <pc:sldMk cId="1024350688" sldId="258"/>
            <ac:picMk id="4" creationId="{F1420D36-E6BC-A73A-D260-81ADEB3E4EE5}"/>
          </ac:picMkLst>
        </pc:picChg>
        <pc:picChg chg="add">
          <ac:chgData name="venganapalli sireesha" userId="54a7cd00a66f465c" providerId="LiveId" clId="{24D306CF-4A98-4A03-A3D8-4D892E0E908A}" dt="2026-07-15T05:52:52.346" v="21" actId="22"/>
          <ac:picMkLst>
            <pc:docMk/>
            <pc:sldMk cId="1024350688" sldId="258"/>
            <ac:picMk id="7" creationId="{B62DAE49-40D2-D88C-F6C0-60E1CE36733F}"/>
          </ac:picMkLst>
        </pc:picChg>
      </pc:sldChg>
      <pc:sldChg chg="addSp modSp mod">
        <pc:chgData name="venganapalli sireesha" userId="54a7cd00a66f465c" providerId="LiveId" clId="{24D306CF-4A98-4A03-A3D8-4D892E0E908A}" dt="2026-07-17T07:57:08.207" v="32" actId="1076"/>
        <pc:sldMkLst>
          <pc:docMk/>
          <pc:sldMk cId="2504320935" sldId="259"/>
        </pc:sldMkLst>
        <pc:spChg chg="mod">
          <ac:chgData name="venganapalli sireesha" userId="54a7cd00a66f465c" providerId="LiveId" clId="{24D306CF-4A98-4A03-A3D8-4D892E0E908A}" dt="2026-07-17T07:57:08.207" v="32" actId="1076"/>
          <ac:spMkLst>
            <pc:docMk/>
            <pc:sldMk cId="2504320935" sldId="259"/>
            <ac:spMk id="8" creationId="{2B26249B-0B0D-23AF-5A90-B396BAABC3A5}"/>
          </ac:spMkLst>
        </pc:spChg>
        <pc:picChg chg="add">
          <ac:chgData name="venganapalli sireesha" userId="54a7cd00a66f465c" providerId="LiveId" clId="{24D306CF-4A98-4A03-A3D8-4D892E0E908A}" dt="2026-07-15T05:52:22.111" v="15" actId="22"/>
          <ac:picMkLst>
            <pc:docMk/>
            <pc:sldMk cId="2504320935" sldId="259"/>
            <ac:picMk id="4" creationId="{337F1930-20D2-8ED6-4B66-95BC4B63B03A}"/>
          </ac:picMkLst>
        </pc:picChg>
        <pc:picChg chg="add">
          <ac:chgData name="venganapalli sireesha" userId="54a7cd00a66f465c" providerId="LiveId" clId="{24D306CF-4A98-4A03-A3D8-4D892E0E908A}" dt="2026-07-15T05:52:54.389" v="22" actId="22"/>
          <ac:picMkLst>
            <pc:docMk/>
            <pc:sldMk cId="2504320935" sldId="259"/>
            <ac:picMk id="7" creationId="{0910292C-698B-6D6F-E0FE-158170E99B2F}"/>
          </ac:picMkLst>
        </pc:picChg>
      </pc:sldChg>
      <pc:sldChg chg="addSp mod">
        <pc:chgData name="venganapalli sireesha" userId="54a7cd00a66f465c" providerId="LiveId" clId="{24D306CF-4A98-4A03-A3D8-4D892E0E908A}" dt="2026-07-15T05:52:55.879" v="23" actId="22"/>
        <pc:sldMkLst>
          <pc:docMk/>
          <pc:sldMk cId="400062826" sldId="260"/>
        </pc:sldMkLst>
        <pc:picChg chg="add">
          <ac:chgData name="venganapalli sireesha" userId="54a7cd00a66f465c" providerId="LiveId" clId="{24D306CF-4A98-4A03-A3D8-4D892E0E908A}" dt="2026-07-15T05:52:23.970" v="16" actId="22"/>
          <ac:picMkLst>
            <pc:docMk/>
            <pc:sldMk cId="400062826" sldId="260"/>
            <ac:picMk id="4" creationId="{B00A7A8B-A8C3-AD69-E997-B31C6E7E8182}"/>
          </ac:picMkLst>
        </pc:picChg>
        <pc:picChg chg="add">
          <ac:chgData name="venganapalli sireesha" userId="54a7cd00a66f465c" providerId="LiveId" clId="{24D306CF-4A98-4A03-A3D8-4D892E0E908A}" dt="2026-07-15T05:52:55.879" v="23" actId="22"/>
          <ac:picMkLst>
            <pc:docMk/>
            <pc:sldMk cId="400062826" sldId="260"/>
            <ac:picMk id="8" creationId="{B0DB53C9-8E77-4FDA-29AB-D0DFCAC8F79C}"/>
          </ac:picMkLst>
        </pc:picChg>
      </pc:sldChg>
      <pc:sldChg chg="addSp modSp mod">
        <pc:chgData name="venganapalli sireesha" userId="54a7cd00a66f465c" providerId="LiveId" clId="{24D306CF-4A98-4A03-A3D8-4D892E0E908A}" dt="2026-07-15T05:53:00.789" v="24" actId="22"/>
        <pc:sldMkLst>
          <pc:docMk/>
          <pc:sldMk cId="2890587812" sldId="261"/>
        </pc:sldMkLst>
        <pc:spChg chg="mod">
          <ac:chgData name="venganapalli sireesha" userId="54a7cd00a66f465c" providerId="LiveId" clId="{24D306CF-4A98-4A03-A3D8-4D892E0E908A}" dt="2026-07-15T05:37:09.120" v="11" actId="1076"/>
          <ac:spMkLst>
            <pc:docMk/>
            <pc:sldMk cId="2890587812" sldId="261"/>
            <ac:spMk id="3" creationId="{4E81119A-E98A-FE26-8B42-C035EA73B310}"/>
          </ac:spMkLst>
        </pc:spChg>
        <pc:picChg chg="add">
          <ac:chgData name="venganapalli sireesha" userId="54a7cd00a66f465c" providerId="LiveId" clId="{24D306CF-4A98-4A03-A3D8-4D892E0E908A}" dt="2026-07-15T05:52:25.457" v="17" actId="22"/>
          <ac:picMkLst>
            <pc:docMk/>
            <pc:sldMk cId="2890587812" sldId="261"/>
            <ac:picMk id="4" creationId="{81C91B36-6105-65EB-54DD-20EEA49358CC}"/>
          </ac:picMkLst>
        </pc:picChg>
        <pc:picChg chg="add">
          <ac:chgData name="venganapalli sireesha" userId="54a7cd00a66f465c" providerId="LiveId" clId="{24D306CF-4A98-4A03-A3D8-4D892E0E908A}" dt="2026-07-15T05:53:00.789" v="24" actId="22"/>
          <ac:picMkLst>
            <pc:docMk/>
            <pc:sldMk cId="2890587812" sldId="261"/>
            <ac:picMk id="6" creationId="{A290D891-EC62-BBC1-D68F-02CE383330A0}"/>
          </ac:picMkLst>
        </pc:picChg>
      </pc:sldChg>
      <pc:sldChg chg="addSp mod">
        <pc:chgData name="venganapalli sireesha" userId="54a7cd00a66f465c" providerId="LiveId" clId="{24D306CF-4A98-4A03-A3D8-4D892E0E908A}" dt="2026-07-15T05:53:04.949" v="25" actId="22"/>
        <pc:sldMkLst>
          <pc:docMk/>
          <pc:sldMk cId="3440341218" sldId="263"/>
        </pc:sldMkLst>
        <pc:picChg chg="add">
          <ac:chgData name="venganapalli sireesha" userId="54a7cd00a66f465c" providerId="LiveId" clId="{24D306CF-4A98-4A03-A3D8-4D892E0E908A}" dt="2026-07-15T05:52:27.055" v="18" actId="22"/>
          <ac:picMkLst>
            <pc:docMk/>
            <pc:sldMk cId="3440341218" sldId="263"/>
            <ac:picMk id="4" creationId="{03D21EA0-AF0A-7682-B60A-E64B8539C751}"/>
          </ac:picMkLst>
        </pc:picChg>
        <pc:picChg chg="add">
          <ac:chgData name="venganapalli sireesha" userId="54a7cd00a66f465c" providerId="LiveId" clId="{24D306CF-4A98-4A03-A3D8-4D892E0E908A}" dt="2026-07-15T05:53:04.949" v="25" actId="22"/>
          <ac:picMkLst>
            <pc:docMk/>
            <pc:sldMk cId="3440341218" sldId="263"/>
            <ac:picMk id="7" creationId="{69B06BC1-B6D7-C906-454B-86569F9FE67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3F264-F5D6-4B8A-BA7D-85AB9E2EE85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BAF40-F559-4F83-B835-082463E92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060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2BAF40-F559-4F83-B835-082463E923C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339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AC8E-5B4F-4F2F-BAEA-481EB693EC5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0E9E0-88A2-433D-A402-839F90F2D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667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AC8E-5B4F-4F2F-BAEA-481EB693EC5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0E9E0-88A2-433D-A402-839F90F2D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439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AC8E-5B4F-4F2F-BAEA-481EB693EC5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0E9E0-88A2-433D-A402-839F90F2D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144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AC8E-5B4F-4F2F-BAEA-481EB693EC5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0E9E0-88A2-433D-A402-839F90F2D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401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AC8E-5B4F-4F2F-BAEA-481EB693EC5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0E9E0-88A2-433D-A402-839F90F2D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587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AC8E-5B4F-4F2F-BAEA-481EB693EC5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0E9E0-88A2-433D-A402-839F90F2D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470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AC8E-5B4F-4F2F-BAEA-481EB693EC5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0E9E0-88A2-433D-A402-839F90F2D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136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AC8E-5B4F-4F2F-BAEA-481EB693EC5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0E9E0-88A2-433D-A402-839F90F2D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47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AC8E-5B4F-4F2F-BAEA-481EB693EC5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0E9E0-88A2-433D-A402-839F90F2D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759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AC8E-5B4F-4F2F-BAEA-481EB693EC5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0E9E0-88A2-433D-A402-839F90F2D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17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AC8E-5B4F-4F2F-BAEA-481EB693EC5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0E9E0-88A2-433D-A402-839F90F2D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233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AC8E-5B4F-4F2F-BAEA-481EB693EC5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0E9E0-88A2-433D-A402-839F90F2D208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70675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AC8E-5B4F-4F2F-BAEA-481EB693EC5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0E9E0-88A2-433D-A402-839F90F2D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036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AC8E-5B4F-4F2F-BAEA-481EB693EC5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0E9E0-88A2-433D-A402-839F90F2D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076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AC8E-5B4F-4F2F-BAEA-481EB693EC5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0E9E0-88A2-433D-A402-839F90F2D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9783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AC8E-5B4F-4F2F-BAEA-481EB693EC5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0E9E0-88A2-433D-A402-839F90F2D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0799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EAC8E-5B4F-4F2F-BAEA-481EB693EC5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0E9E0-88A2-433D-A402-839F90F2D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95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B0EAC8E-5B4F-4F2F-BAEA-481EB693EC5E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530E9E0-88A2-433D-A402-839F90F2D2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30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CD9DEA9-08A8-18E4-C92C-DB0952D51B69}"/>
              </a:ext>
            </a:extLst>
          </p:cNvPr>
          <p:cNvSpPr txBox="1"/>
          <p:nvPr/>
        </p:nvSpPr>
        <p:spPr>
          <a:xfrm>
            <a:off x="785191" y="1797784"/>
            <a:ext cx="1077401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Inflectional Morphology:Understanding Grammatical Variations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6D5011-DDD1-380A-B33B-E055E4CF5A54}"/>
              </a:ext>
            </a:extLst>
          </p:cNvPr>
          <p:cNvSpPr txBox="1"/>
          <p:nvPr/>
        </p:nvSpPr>
        <p:spPr>
          <a:xfrm>
            <a:off x="1232453" y="4025348"/>
            <a:ext cx="2076209" cy="12927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>
              <a:lnSpc>
                <a:spcPct val="150000"/>
              </a:lnSpc>
            </a:pP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Dr.T.Devi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5DDE8D-485A-D05F-256A-A924ECE96407}"/>
              </a:ext>
            </a:extLst>
          </p:cNvPr>
          <p:cNvSpPr txBox="1"/>
          <p:nvPr/>
        </p:nvSpPr>
        <p:spPr>
          <a:xfrm>
            <a:off x="8150087" y="4202383"/>
            <a:ext cx="3253135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V.Sireesha - 192472208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A7A56FB-9527-2A30-B4C5-A578066566F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120" y="368799"/>
            <a:ext cx="1256671" cy="1342883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285C19F3-223C-851B-2363-2B35F7AE52D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6580" y="368799"/>
            <a:ext cx="1339553" cy="13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840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33CB59-801A-0A9E-12AC-E7645DC5DD44}"/>
              </a:ext>
            </a:extLst>
          </p:cNvPr>
          <p:cNvSpPr txBox="1"/>
          <p:nvPr/>
        </p:nvSpPr>
        <p:spPr>
          <a:xfrm>
            <a:off x="2939498" y="888882"/>
            <a:ext cx="60976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B0C5B3-77F8-DCB7-3407-47B5AB225227}"/>
              </a:ext>
            </a:extLst>
          </p:cNvPr>
          <p:cNvSpPr txBox="1"/>
          <p:nvPr/>
        </p:nvSpPr>
        <p:spPr>
          <a:xfrm>
            <a:off x="829312" y="1777137"/>
            <a:ext cx="7303158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Inflectional morphology is the study of how words change their form to express grammatical information.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changes the form of a word without changing its basic meaning.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changes show tense, number, person, gender, and case.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important part of Natural Language Processing (NLP).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 → plays → played → playing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 → cats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→ books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3A9965-3007-72A3-9D37-01AFD5A77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2470" y="2118308"/>
            <a:ext cx="3828221" cy="2920832"/>
          </a:xfrm>
          <a:prstGeom prst="rect">
            <a:avLst/>
          </a:prstGeom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91BBE33A-A1DA-0C01-AFAC-2FD34C27C49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120" y="368799"/>
            <a:ext cx="1256671" cy="1342883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122A7A1C-FD70-5A82-92DB-F4D96C420A3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16580" y="368799"/>
            <a:ext cx="1339553" cy="13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410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3A3BD9-D460-C5C0-3598-B4DBE66D5175}"/>
              </a:ext>
            </a:extLst>
          </p:cNvPr>
          <p:cNvSpPr txBox="1"/>
          <p:nvPr/>
        </p:nvSpPr>
        <p:spPr>
          <a:xfrm>
            <a:off x="3179471" y="737417"/>
            <a:ext cx="6097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Grammatical Variations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335DC6-D169-DD73-4F07-0BA563F067F5}"/>
              </a:ext>
            </a:extLst>
          </p:cNvPr>
          <p:cNvSpPr txBox="1"/>
          <p:nvPr/>
        </p:nvSpPr>
        <p:spPr>
          <a:xfrm>
            <a:off x="953937" y="1713158"/>
            <a:ext cx="5274362" cy="3822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Inflection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Tense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 → walked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 → playing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Number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 → cats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 → children </a:t>
            </a:r>
          </a:p>
          <a:p>
            <a:pPr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13361-6E37-8C94-4FB7-F90E27EEB616}"/>
              </a:ext>
            </a:extLst>
          </p:cNvPr>
          <p:cNvSpPr txBox="1"/>
          <p:nvPr/>
        </p:nvSpPr>
        <p:spPr>
          <a:xfrm>
            <a:off x="6318147" y="1794674"/>
            <a:ext cx="4222574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Person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play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plays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Case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→ him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 → her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F1420D36-E6BC-A73A-D260-81ADEB3E4EE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120" y="368799"/>
            <a:ext cx="1256671" cy="1342883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B62DAE49-40D2-D88C-F6C0-60E1CE36733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6580" y="368799"/>
            <a:ext cx="1339553" cy="13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350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FE609E-3F56-9720-2492-3CACF4861E88}"/>
              </a:ext>
            </a:extLst>
          </p:cNvPr>
          <p:cNvSpPr txBox="1"/>
          <p:nvPr/>
        </p:nvSpPr>
        <p:spPr>
          <a:xfrm>
            <a:off x="2611807" y="600416"/>
            <a:ext cx="741316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Inflectional Morphology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C9BE0F-7BF7-D8B1-7678-AD4492919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987328"/>
              </p:ext>
            </p:extLst>
          </p:nvPr>
        </p:nvGraphicFramePr>
        <p:xfrm>
          <a:off x="1791119" y="4249903"/>
          <a:ext cx="8740392" cy="1828800"/>
        </p:xfrm>
        <a:graphic>
          <a:graphicData uri="http://schemas.openxmlformats.org/drawingml/2006/table">
            <a:tbl>
              <a:tblPr/>
              <a:tblGrid>
                <a:gridCol w="4370196">
                  <a:extLst>
                    <a:ext uri="{9D8B030D-6E8A-4147-A177-3AD203B41FA5}">
                      <a16:colId xmlns:a16="http://schemas.microsoft.com/office/drawing/2014/main" val="4165396507"/>
                    </a:ext>
                  </a:extLst>
                </a:gridCol>
                <a:gridCol w="4370196">
                  <a:extLst>
                    <a:ext uri="{9D8B030D-6E8A-4147-A177-3AD203B41FA5}">
                      <a16:colId xmlns:a16="http://schemas.microsoft.com/office/drawing/2014/main" val="1021014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Root 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Inflected 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5994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845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986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583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93976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B26249B-0B0D-23AF-5A90-B396BAABC3A5}"/>
              </a:ext>
            </a:extLst>
          </p:cNvPr>
          <p:cNvSpPr txBox="1"/>
          <p:nvPr/>
        </p:nvSpPr>
        <p:spPr>
          <a:xfrm>
            <a:off x="1918791" y="1154414"/>
            <a:ext cx="609432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create a new word.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changes the grammatical form.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 of the root word remains the same.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grammatical relationships.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in almost every language.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337F1930-20D2-8ED6-4B66-95BC4B63B03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120" y="368799"/>
            <a:ext cx="1256671" cy="1342883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0910292C-698B-6D6F-E0FE-158170E99B2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6580" y="368799"/>
            <a:ext cx="1339553" cy="13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320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C00C38-E4AB-77B8-C7C2-701350B38971}"/>
              </a:ext>
            </a:extLst>
          </p:cNvPr>
          <p:cNvSpPr txBox="1"/>
          <p:nvPr/>
        </p:nvSpPr>
        <p:spPr>
          <a:xfrm>
            <a:off x="2601567" y="849004"/>
            <a:ext cx="73673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Inflectional Morphology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1E23E6-46AF-FD82-CA27-B72230E0C53F}"/>
              </a:ext>
            </a:extLst>
          </p:cNvPr>
          <p:cNvSpPr txBox="1"/>
          <p:nvPr/>
        </p:nvSpPr>
        <p:spPr>
          <a:xfrm>
            <a:off x="971550" y="1890860"/>
            <a:ext cx="5021746" cy="3776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Translation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Google Translate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Example: Siri, Alexa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Spell &amp; Grammar Checking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Example: Grammarly, Microsoft Word 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C334C4-C484-EF0B-9393-F2150C81010A}"/>
              </a:ext>
            </a:extLst>
          </p:cNvPr>
          <p:cNvSpPr txBox="1"/>
          <p:nvPr/>
        </p:nvSpPr>
        <p:spPr>
          <a:xfrm>
            <a:off x="5801966" y="2350248"/>
            <a:ext cx="6390033" cy="2811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Example: Google Search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Example: ChatGPT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Processing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Used in document analysis and language understanding.</a:t>
            </a:r>
            <a:endParaRPr lang="en-IN"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B00A7A8B-A8C3-AD69-E997-B31C6E7E818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120" y="368799"/>
            <a:ext cx="1256671" cy="1342883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B0DB53C9-8E77-4FDA-29AB-D0DFCAC8F79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6580" y="368799"/>
            <a:ext cx="1339553" cy="13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62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81119A-E98A-FE26-8B42-C035EA73B310}"/>
              </a:ext>
            </a:extLst>
          </p:cNvPr>
          <p:cNvSpPr txBox="1"/>
          <p:nvPr/>
        </p:nvSpPr>
        <p:spPr>
          <a:xfrm>
            <a:off x="1194766" y="1710902"/>
            <a:ext cx="10299425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Inflectional Morphology is essential for understanding grammatical structures in language.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the accuracy of NLP applications like machine translation, chatbots, grammar checking, and speech recognition.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computers to process human language more effectively.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the concept of Inflectional Morphology.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grammatical variations such as tense, number, person, and case.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how word forms change without changing their meaning.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its applications in NLP systems.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F78E4D-49CD-2256-0727-92F46D163DBC}"/>
              </a:ext>
            </a:extLst>
          </p:cNvPr>
          <p:cNvSpPr txBox="1"/>
          <p:nvPr/>
        </p:nvSpPr>
        <p:spPr>
          <a:xfrm>
            <a:off x="2908023" y="789369"/>
            <a:ext cx="60976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1C91B36-6105-65EB-54DD-20EEA49358C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120" y="368799"/>
            <a:ext cx="1256671" cy="1342883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A290D891-EC62-BBC1-D68F-02CE383330A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16580" y="368799"/>
            <a:ext cx="1339553" cy="13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587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16F82D-E727-A7B4-E7E6-8C568F46821E}"/>
              </a:ext>
            </a:extLst>
          </p:cNvPr>
          <p:cNvSpPr txBox="1"/>
          <p:nvPr/>
        </p:nvSpPr>
        <p:spPr>
          <a:xfrm>
            <a:off x="3307246" y="858942"/>
            <a:ext cx="60976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B170F8-ADD1-1F4E-4DDC-578C5C1795C0}"/>
              </a:ext>
            </a:extLst>
          </p:cNvPr>
          <p:cNvSpPr txBox="1"/>
          <p:nvPr/>
        </p:nvSpPr>
        <p:spPr>
          <a:xfrm>
            <a:off x="1726925" y="1639382"/>
            <a:ext cx="6097656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Grammarly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 walk to school every day.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Analysis: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Word: walk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Subject: She (Third Person Singular)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Inflection: walks 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school every day.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03D21EA0-AF0A-7682-B60A-E64B8539C75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120" y="368799"/>
            <a:ext cx="1256671" cy="1342883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69B06BC1-B6D7-C906-454B-86569F9FE67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6580" y="368799"/>
            <a:ext cx="1339553" cy="13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341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48B38F-AECC-A52C-D628-41735393EE4D}"/>
              </a:ext>
            </a:extLst>
          </p:cNvPr>
          <p:cNvSpPr txBox="1"/>
          <p:nvPr/>
        </p:nvSpPr>
        <p:spPr>
          <a:xfrm>
            <a:off x="1642941" y="2404068"/>
            <a:ext cx="965091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YOU…..</a:t>
            </a:r>
          </a:p>
        </p:txBody>
      </p:sp>
    </p:spTree>
    <p:extLst>
      <p:ext uri="{BB962C8B-B14F-4D97-AF65-F5344CB8AC3E}">
        <p14:creationId xmlns:p14="http://schemas.microsoft.com/office/powerpoint/2010/main" val="142853052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72</TotalTime>
  <Words>361</Words>
  <Application>Microsoft Office PowerPoint</Application>
  <PresentationFormat>Widescreen</PresentationFormat>
  <Paragraphs>82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Times New Roman</vt:lpstr>
      <vt:lpstr>Tw Cen MT</vt:lpstr>
      <vt:lpstr>Wingdings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venganapalli sireesha</dc:creator>
  <cp:lastModifiedBy>venganapalli sireesha</cp:lastModifiedBy>
  <cp:revision>1</cp:revision>
  <dcterms:created xsi:type="dcterms:W3CDTF">2026-07-15T04:05:06Z</dcterms:created>
  <dcterms:modified xsi:type="dcterms:W3CDTF">2026-07-17T07:57:17Z</dcterms:modified>
</cp:coreProperties>
</file>